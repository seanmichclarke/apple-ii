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$CD values (%)</c:v>
                </c:pt>
              </c:strCache>
            </c:strRef>
          </c:tx>
          <c:spPr>
            <a:solidFill>
              <a:srgbClr val="5FCB7E"/>
            </a:solidFill>
          </c:spPr>
          <c:cat>
            <c:strRef>
              <c:f>Sheet1!$A$2:$A$6</c:f>
              <c:strCache>
                <c:ptCount val="5"/>
                <c:pt idx="0">
                  <c:v>12,559</c:v>
                </c:pt>
                <c:pt idx="1">
                  <c:v>4,082</c:v>
                </c:pt>
                <c:pt idx="2">
                  <c:v>202</c:v>
                </c:pt>
                <c:pt idx="3">
                  <c:v>32,366</c:v>
                </c:pt>
                <c:pt idx="4">
                  <c:v>37,758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</c:v>
                </c:pt>
                <c:pt idx="1">
                  <c:v>2.0</c:v>
                </c:pt>
                <c:pt idx="2">
                  <c:v>23.0</c:v>
                </c:pt>
                <c:pt idx="3">
                  <c:v>30.5</c:v>
                </c:pt>
                <c:pt idx="4">
                  <c:v>43.0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>
                  <a:solidFill>
                    <a:srgbClr val="E9E7E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A3E42"/>
            </a:solidFill>
          </a:ln>
        </c:spPr>
        <c:txPr>
          <a:bodyPr/>
          <a:lstStyle/>
          <a:p>
            <a:pPr>
              <a:defRPr>
                <a:solidFill>
                  <a:srgbClr val="E9E7E3"/>
                </a:solidFill>
                <a:latin typeface="Courier Ne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b"/>
        <c:majorGridlines>
          <c:spPr>
            <a:ln>
              <a:solidFill>
                <a:srgbClr val="3A3E4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DA39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9DA39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and title, fifteen seconds. BEFORE this slide: power-cycle the machine (switch off, wait, on), PRINT RND(1), three times. Never Ctrl-RESET or PR#6 for the demo: they keep the fifth seed byte and the number changes. Rehearse on the machine you bring; its number may differ from .973136996, what matters is that it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they just watched three times. Don't explain it yet. If someone's machine prints something else: one seed byte is never initialized, so the exact value can vary by machine, but it is the same on every power-on of that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counterintuitive fact in the talk, and it explains why the bug survived. A programmer at a desk reruns and reboots all day and sees variety. The first user of the day gets the same sequence. Ctrl-RESET preserving the seed was confirmed by emulating the ][+ ROM; the reboot behavior is Aldridge's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seconds. The room knows what a PRNG is; this slide exists to separate seed from generator so nobody can say the talk confused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line: a 15-bit maximal shift register with a zero-lock guard, in 50 hand-assembled bytes, in an 8K ROM that couldn't fit the hi-res routines. Concede: every program walks the same 32,767-step cycle and MOD n is biased when n isn't a power of two. Good for games, not statistics. Don't make the regression argument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BNE back to KEYIN: that is the entire entropy source. It's a loop count, not a keystroke count. Human reaction-time jitter spans many wraps, which is why the value looks uniform. Same counter exists in the Autostart, IIe and IIc firmware; don't claim the IIgs.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promise before the reality. The manual tells you how to get the same sequence on purpose and never tells you you're getting it by accident. Aldridge's word in 1987: undocumented.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Twenty-eight instructions in all; this shows the first fourteen, the swap-and-normalize half is on backup A1. Point at the top: the seed comes from $C9. The answer goes back to $C9. Nothing else feeds it. The famous comments ('very poor RND algorithm') are Sander-Cederlof's, not Microsoft's.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audience's own machine may print a different number, and why only a power cycle repeats. The bug is in Microsoft's source (LDXI RNDX+4-CHRGET), and Steil reports it in every Microsoft 6502 BASIC. Apple edited this very loop (it inserted STX SPEEDZ) and kept the short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published periods don't disagree; they're two of the five loops. Almost a quarter of possible power-on bytes put an untouched program into a loop of 202 numbers. A better seed doesn't escape this: RND(-52894) and RND(-22258) also land in the 202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stakes. Not a game with a predictable shuffle, which we'd be guessing at, but a published experiment. Kaner and Vokey were writing for the same reason: every experiment they ran needed randomized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talk survives 'both are bad'. Concede the Integer BASIC weaknesses openly. The claim is narrow: Integer BASIC gave you keystroke timing by default because the counter and the generator state are the same bytes; Applesoft kept the counter running and ignored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Portability doesn't hold up as a reason: Microsoft's file already had Apple-only code, and Commodore got a machine-specific RND in the same file. Motive is inference; label it that way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before anyone in the room does. The zero case is a genuine edge: SIGN reduces 0 to the RND(0) path, which returns the old value and never reseeds.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to confirm: exact patch length (at most 53 bytes); exactly what positive RND does with the counter (every call, once, or when it changed); that HPLOT TO, DRAW and XDRAW still work after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Scope, stated plainly, is a strength: Kaner &amp; Vokey, Call-A.P.P.L.E., Sander-Cederlof and Moore all replaced the generator. This patch deliberately doesn't, so RND(-n) keeps repeating and no program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Symmetry is the cheapest persuasion available: the talk opened with proof of the problem, so close with proof of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seconds. This delivers the 'and Now' in the subtitle without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lines, then the link. Put the URL on screen as text, not only as a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person who asks to see every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Sander-Cederlof: 'THESE ARE MISSING ONE BYTE FOR FP VALUES'.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challenged on method: the tools are in the handout folder and re-run in about ten seconds per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 slide for the presenter, not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E9E7E3"/>
                </a:solidFill>
                <a:latin typeface="Arial"/>
              </a:rPr>
              <a:t>Applesoft's Loaded 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FCB7E"/>
                </a:solidFill>
                <a:latin typeface="Arial"/>
              </a:rPr>
              <a:t>The Truth About Randomness on the Apple II, Then and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3886200"/>
            <a:ext cx="1463040" cy="27432"/>
          </a:xfrm>
          <a:prstGeom prst="rect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DA39B"/>
                </a:solidFill>
                <a:latin typeface="Arial"/>
              </a:rPr>
              <a:t>Jeff Robison  ·  VCF Midwest 21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0A73E"/>
                </a:solidFill>
                <a:latin typeface="Arial"/>
              </a:rPr>
              <a:t>Expanded edition · draft for presenter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920240"/>
            <a:ext cx="6309360" cy="237744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103120"/>
            <a:ext cx="5760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0">
                <a:solidFill>
                  <a:srgbClr val="5FCB7E"/>
                </a:solidFill>
                <a:latin typeface="Courier New"/>
              </a:rPr>
              <a:t>]PRINT RND(1)</a:t>
            </a:r>
          </a:p>
          <a:p>
            <a:r>
              <a:rPr sz="2600" b="0">
                <a:solidFill>
                  <a:srgbClr val="5FCB7E"/>
                </a:solidFill>
                <a:latin typeface="Courier New"/>
              </a:rPr>
              <a:t>.973136996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E7E3"/>
                </a:solidFill>
                <a:latin typeface="Arial"/>
              </a:rPr>
              <a:t>Power off. Power on. Same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“exactly the same sequence each time the machine is powered on.”  — J. W. Aldridge, Behavior Research Methods, Instruments, &amp; Computers 19(4), 1987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Why nobody noticed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03520" cy="3749039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CB7E"/>
                </a:solidFill>
                <a:latin typeface="Arial"/>
              </a:rPr>
              <a:t>Looks random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RUN it again: different numbers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Ctrl-RESET, then RUN: different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Reboot DOS: different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03520" cy="3749039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CB7E"/>
                </a:solidFill>
                <a:latin typeface="Arial"/>
              </a:rPr>
              <a:t>Repeats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Power switch off, then 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The first run of every day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The one run nobody compares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One seed byte survives everything except a power cycle. Aldridge (1987): repetition appears “only when a machine is powered off and back on.”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Pseudo-random means repeatable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A PRNG is a formula: same starting number in, same sequence out.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Two separate questions. Where does the sequence start? That's the seed. Does the output show patterns? That's the generator.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Entropy only answers the first question.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This talk is mostly about the seed. The generator gets its turn on slide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“Good enough” depends on the job: a game shuffle, a psychology experiment and cryptography need different things.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Integer BASIC, 1977: Woz's RND at $EF4E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4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035040" cy="372821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463040"/>
            <a:ext cx="4572000" cy="402336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15-bit shift register: one cycle of 32,767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Its state IS $4E/$4F, the monitor's keyboard-wait counter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RND(n) returns the register MOD 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Whole RNG: 6 bytes in KEYIN + 50 in RND, hand-assembled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Disassembly: Paul Santa-Maria, via Andy McFadden (6502disassembly.com). Period and feedback taps checked by emulating $EF4E–$EF72.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The entropy source: KEYIN at $FD1B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5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035040" cy="12789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463040"/>
            <a:ext cx="4572000" cy="402336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4592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INC RNDL / INC RNDH on every pass while waiting for a key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15 CPU cycles per pass ≈ 68,000 counts a second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The 16-bit counter wraps about once a second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It moves only while KEYIN waits. Code that polls $C000 never stirs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Not a jiffy clock: the Apple II has no timer. Monitor listing credits S. Wozniak and A. Baum (Apple II Reference Manual, 1978).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Applesoft II: the manual's promise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6</a:t>
            </a: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035040" cy="458016"/>
          </a:xfrm>
          <a:prstGeom prst="rect">
            <a:avLst/>
          </a:prstGeom>
        </p:spPr>
      </p:pic>
      <p:pic>
        <p:nvPicPr>
          <p:cNvPr id="6" name="Picture 5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936"/>
            <a:ext cx="6035040" cy="14732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463040"/>
            <a:ext cx="4572000" cy="292608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4592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RND(n): “a new random number each time it is used”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RND(−n): a repeatable sequence, on purpose, for debugging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Never mentioned: every power-on starts the same 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526280"/>
            <a:ext cx="4572000" cy="960120"/>
          </a:xfrm>
          <a:prstGeom prst="rect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4590288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E9E7E3"/>
                </a:solidFill>
                <a:latin typeface="Arial"/>
              </a:rPr>
              <a:t>Repeatable on purpose: documented. Repeatable by accident: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Apple, Applesoft II BASIC Programming Reference Manual (scans from the presenter's deck; confirm edition before citing a year).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Microsoft's RND at $EFAE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6583680" cy="434340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CB7E"/>
                </a:solidFill>
                <a:latin typeface="Courier New"/>
              </a:rPr>
              <a:t>EFAE: 20 82 EB  RND  JSR SIGN        ; -1 / 0 / +1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EFB1: AA             TAX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EFB2: 30 18          BMI $EFCC       ; negative: reseed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EFB4: A9 C9          LDA #&lt;RNDSEED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EFB6: A0 00          LDY #&gt;RNDSEED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EFB8: 20 F9 EA       JSR LOAD_FAC    ; FAC = seed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EFBB: 8A             TXA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EFBC: F0 E7          BEQ $EFA5 (RTS) ; RND(0): old value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EFBE: A9 A6          LDA #&lt;CON_RND_1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EFC0: A0 EF          LDY #&gt;CON_RND_1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EFC2: 20 7F E9       JSR FMULT       ; x 11879546.40625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EFC5: A9 AA          LDA #&lt;CON_RND_2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EFC7: A0 EF          LDY #&gt;CON_RND_2</a:t>
            </a:r>
          </a:p>
          <a:p>
            <a:r>
              <a:rPr sz="1200" b="0">
                <a:solidFill>
                  <a:srgbClr val="5FCB7E"/>
                </a:solidFill>
                <a:latin typeface="Courier New"/>
              </a:rPr>
              <a:t>EFC9: 20 BE E7       JSR FADD        ; + 3.93e-8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6304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Microsoft's 6502 BASIC, licensed by Apple, shipped unchanged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Seed at $C9–$CD. Only RND reads or writes it.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$4E/$4F still counts under Applesoft. RND never reads it.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5FCB7E"/>
                </a:solidFill>
                <a:latin typeface="Arial"/>
              </a:rPr>
              <a:t>▸  </a:t>
            </a:r>
            <a:r>
              <a:rPr sz="1600">
                <a:solidFill>
                  <a:srgbClr val="E9E7E3"/>
                </a:solidFill>
                <a:latin typeface="Arial"/>
              </a:rPr>
              <a:t>The add is lost to precision: it changed 5 of 57,021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Bytes checked against the ][+ ROM image. Labels after S-C DocuMentor (Sander-Cederlof) via McFadden. Full 28-instruction listing: backup slide A1.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The seed copy is off by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DA39B"/>
                </a:solidFill>
                <a:latin typeface="Arial"/>
              </a:rPr>
              <a:t>F150: A2 1C   LDX #$1C  copies 4 of the 5 seed bytes. $CD keeps whatever RAM held.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9220"/>
                <a:gridCol w="4212139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$CD at power-on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First PRINT RND(1)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FCB7E"/>
                          </a:solidFill>
                          <a:latin typeface="Courier New"/>
                        </a:rPr>
                        <a:t>$FF or $FE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FCB7E"/>
                          </a:solidFill>
                          <a:latin typeface="Courier New"/>
                        </a:rPr>
                        <a:t>.973136996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$00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.270011996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$58 (the byte ROM meant to copy)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.512199496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$AA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.738761996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256 possible $CD values give 181 different first numbers. Emulated on the ][+ ROM (SHA-1 33a24f54…). Fix published in AAL, May 1984: $F151 from $1C to $1D.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The generator falls into short loops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DA39B"/>
                </a:solidFill>
                <a:latin typeface="Arial"/>
              </a:rPr>
              <a:t>Every cold start ends in one of five loops. The seed has about 4 billion possible values.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DA39B"/>
                </a:solidFill>
                <a:latin typeface="Arial"/>
              </a:rPr>
              <a:t>Share of the 256 possible $CD values that end in each loop (loop length in calls)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Kaner &amp; Vokey saw 202; Sander-Cederlof saw 37,758. Same generator, different uncopied byte. Exhaustive emulated sweep of $CD; other reseeds may reach other loops.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Who got hurt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2377440"/>
          </a:xfrm>
          <a:prstGeom prst="rect">
            <a:avLst/>
          </a:prstGeom>
          <a:solidFill>
            <a:srgbClr val="5FC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E9E7E3"/>
                </a:solidFill>
                <a:latin typeface="Arial"/>
              </a:rPr>
              <a:t>“…the subjects receiving the repeated lists were those tested at the beginning of each day, immediately after the computer had been turned on.”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DA39B"/>
                </a:solidFill>
                <a:latin typeface="Arial"/>
              </a:rPr>
              <a:t>J. W. Aldridge, “Cautions regarding random number generation on the Apple II,” Behavior Research Methods, Instruments, &amp; Computers 19(4):397–399, 1987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A memory experiment meant to give every subject an individually randomized word 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A regression of the default, not the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901696"/>
                <a:gridCol w="5803392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Integer BASIC (1977)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Applesoft II (1978–)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Generator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15-bit shift register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Microsoft floating-point multiply, swap, normalize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15 bits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5-byte float (32-bit mantissa)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Cycle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32,767, one cycle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Loops of 202 to 37,758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Power-on seed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Whatever $4E/$4F holds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4 ROM bytes + 1 leftover byte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Keyboard timing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Used automatically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Only if the program asks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Weakness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Tiny state, MOD bias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Short loops, fixed start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Both generators are weak. Only one threw away the seed the machine was already collecting.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Why 1978 got worse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Microsoft's source had two RNDs: the Commodore build read hardware timers; every other target got a fixed seed.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Apple got the fixed-seed build.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Apple edited the seed-copy loop itself (it inserted STX SPEEDZ) and kept the short count.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RND, its constants and that loop are byte-identical in the ][+, IIe and enhanced IIe ROMs.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No record says why. Say “nobody connected it,” not “nobody knew.” Sources: Microsoft BASIC-M6502 source (2025 release); AppleWin ROM images compared byte-wise.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“Just seed it first.”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03520" cy="3749039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CB7E"/>
                </a:solidFill>
                <a:latin typeface="Arial"/>
              </a:rPr>
              <a:t>New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X = RND(-(PEEK(78)+256*PEEK(79)))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Apple's own advice to Aldridge's lab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Only works after a keypress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Both bytes 0 means RND(0): no reseed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03520" cy="3749039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FCB7E"/>
                </a:solidFill>
                <a:latin typeface="Arial"/>
              </a:rPr>
              <a:t>Existing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Thousands of programs never did it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You can't edit software you didn't write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The failure is silent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5FCB7E"/>
                </a:solidFill>
                <a:latin typeface="Arial"/>
              </a:rPr>
              <a:t>▸  </a:t>
            </a:r>
            <a:r>
              <a:rPr sz="1800">
                <a:solidFill>
                  <a:srgbClr val="E9E7E3"/>
                </a:solidFill>
                <a:latin typeface="Arial"/>
              </a:rPr>
              <a:t>The machine used to do it for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Agree with the heckle for new code. The patch is for everything already written.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The fix: put the counter 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DA39B"/>
                </a:solidFill>
                <a:latin typeface="Arial"/>
              </a:rPr>
              <a:t>Part 1, LC_Loader.bin copies ROM into language-card RAM. Part 2, Patch_lc.bin is the new RND front end.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58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781"/>
                <a:gridCol w="5141741"/>
                <a:gridCol w="3706836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Address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In ROM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In the language-card copy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$D000–$EFAD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Applesoft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copied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Courier New"/>
                        </a:rPr>
                        <a:t>$EFAE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Arial"/>
                        </a:rPr>
                        <a:t>RND: JSR SIGN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Arial"/>
                        </a:rPr>
                        <a:t>JMP $F5CB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$EFB1–$F5CA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Applesoft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copied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Courier New"/>
                        </a:rPr>
                        <a:t>$F5CB–$F5FF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Arial"/>
                        </a:rPr>
                        <a:t>HFIND (53 bytes, no Applesoft caller)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Arial"/>
                        </a:rPr>
                        <a:t>patch code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Courier New"/>
                        </a:rPr>
                        <a:t>$F600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Arial"/>
                        </a:rPr>
                        <a:t>RTS shared with HLIN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FCB7E"/>
                          </a:solidFill>
                          <a:latin typeface="Arial"/>
                        </a:rPr>
                        <a:t>must stay RTS</a:t>
                      </a:r>
                    </a:p>
                  </a:txBody>
                  <a:tcPr>
                    <a:solidFill>
                      <a:srgbClr val="2433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Courier New"/>
                        </a:rPr>
                        <a:t>$F601–$FFFF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DRAW … Monitor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copied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Checked on the ][+ ROM: no JSR or JMP targets $F5CB; the branch at $F59C lands on the RTS at $F600. RND(−n) and RND(0) keep their documented behavior.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Limits, and what to test before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Fixes the seed, not the generator: the 202-number loop is still reachable.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Needs a keypress first: a turnkey HELLO that calls RND immediately gets leftover counter bits.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Needs a language card, and shares it: test under DOS 3.3 with INT/FP, and under ProDOS.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Test what Ctrl-RESET does to the patch on a IIe and a IIc.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A tight loop with no keypress must not repeat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Compatibility matrix and test scripts: 03_Collateral/HARDWARE_TEST_PLAN.md. Mark each cell tested, emulated, or untested.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920240"/>
            <a:ext cx="6309360" cy="237744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2103120"/>
            <a:ext cx="5760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5FCB7E"/>
                </a:solidFill>
                <a:latin typeface="Courier New"/>
              </a:rPr>
              <a:t>power on  →  BRUN LC_LOADER</a:t>
            </a:r>
          </a:p>
          <a:p>
            <a:r>
              <a:rPr sz="2000" b="0">
                <a:solidFill>
                  <a:srgbClr val="5FCB7E"/>
                </a:solidFill>
                <a:latin typeface="Courier New"/>
              </a:rPr>
              <a:t>]PRINT RND(1)</a:t>
            </a:r>
          </a:p>
          <a:p>
            <a:r>
              <a:rPr sz="2000" b="0">
                <a:solidFill>
                  <a:srgbClr val="5FCB7E"/>
                </a:solidFill>
                <a:latin typeface="Courier New"/>
              </a:rPr>
              <a:t>power off, on, again  →  a different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E7E3"/>
                </a:solidFill>
                <a:latin typeface="Arial"/>
              </a:rPr>
              <a:t>Close the loop the opening demo opened.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If power-cycling on stage is risky, show a recorded clip. About 90 seconds.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Debian OpenSSL, 2006–2008 (CVE-2008-0166): a code change removed nearly all entropy input. Keys still looked random, for about two years.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C's rand() without srand() behaves as if seeded with 1: the same sequence every run, today.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Same shape as 1978: the output looks fine; the seed quietly stopped being random.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A parallel, not a lineage. Nobody learned this from the Apple II, and nobody ignored it either.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9E7E3"/>
                </a:solidFill>
                <a:latin typeface="Arial"/>
              </a:rPr>
              <a:t>Take 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965960"/>
            <a:ext cx="1463040" cy="27432"/>
          </a:xfrm>
          <a:prstGeom prst="rect">
            <a:avLst/>
          </a:prstGeom>
          <a:solidFill>
            <a:srgbClr val="5FC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5FCB7E"/>
                </a:solidFill>
                <a:latin typeface="Arial"/>
              </a:rPr>
              <a:t>▸  </a:t>
            </a:r>
            <a:r>
              <a:rPr sz="2400">
                <a:solidFill>
                  <a:srgbClr val="E9E7E3"/>
                </a:solidFill>
                <a:latin typeface="Arial"/>
              </a:rPr>
              <a:t>1977: Integer BASIC's RND was seeded by you.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5FCB7E"/>
                </a:solidFill>
                <a:latin typeface="Arial"/>
              </a:rPr>
              <a:t>▸  </a:t>
            </a:r>
            <a:r>
              <a:rPr sz="2400">
                <a:solidFill>
                  <a:srgbClr val="E9E7E3"/>
                </a:solidFill>
                <a:latin typeface="Arial"/>
              </a:rPr>
              <a:t>1978: Applesoft's RND was seeded by ROM, and the counter went unread.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5FCB7E"/>
                </a:solidFill>
                <a:latin typeface="Arial"/>
              </a:rPr>
              <a:t>▸  </a:t>
            </a:r>
            <a:r>
              <a:rPr sz="2400">
                <a:solidFill>
                  <a:srgbClr val="E9E7E3"/>
                </a:solidFill>
                <a:latin typeface="Arial"/>
              </a:rPr>
              <a:t>It hid for years: rerun looked random; only power-on repeated.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0A73E"/>
                </a:solidFill>
                <a:latin typeface="Arial"/>
              </a:rPr>
              <a:t>Try it yourself:  [ presenter: link text + QR code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9DA39B"/>
                </a:solidFill>
                <a:latin typeface="Arial"/>
              </a:rPr>
              <a:t>Jeff Robison  ·  VCF Midwest 21  · 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A1 · Backup: RND, all 28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349240" cy="434340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CB7E"/>
                </a:solidFill>
                <a:latin typeface="Courier New"/>
              </a:rPr>
              <a:t>EFAE: 20 82 EB  RND  JSR SIGN        ; -1 / 0 / +1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EFB1: AA             TAX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EFB2: 30 18          BMI $EFCC       ; negative: reseed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EFB4: A9 C9          LDA #&lt;RNDSEED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EFB6: A0 00          LDY #&gt;RNDSEED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EFB8: 20 F9 EA       JSR LOAD_FAC    ; FAC = seed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EFBB: 8A             TXA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EFBC: F0 E7          BEQ $EFA5 (RTS) ; RND(0): old value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EFBE: A9 A6          LDA #&lt;CON_RND_1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EFC0: A0 EF          LDY #&gt;CON_RND_1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EFC2: 20 7F E9       JSR FMULT       ; x 11879546.40625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EFC5: A9 AA          LDA #&lt;CON_RND_2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EFC7: A0 EF          LDY #&gt;CON_RND_2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EFC9: 20 BE E7       JSR FADD        ; + 3.93e-8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463040"/>
            <a:ext cx="5349240" cy="4343400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CB7E"/>
                </a:solidFill>
                <a:latin typeface="Courier New"/>
              </a:rPr>
              <a:t>EFCC: A6 A1          LDX FAC+4       ; swap lowest and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EFCE: A5 9E          LDA FAC+1       ;   highest mantissa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EFD0: 85 A1          STA FAC+4       ;   bytes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EFD2: 86 9E          STX FAC+1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EFD4: A9 00          LDA #0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EFD6: 85 A2          STA FAC_SIGN    ; force positive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EFD8: A5 9D          LDA FAC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EFDA: 85 AC          STA FAC_EXT     ; exponent -&gt; guard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EFDC: A9 80          LDA #$80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EFDE: 85 9D          STA FAC         ; value &lt; 1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EFE0: 20 2E E8       JSR NORMALIZE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EFE3: A2 C9          LDX #&lt;RNDSEED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EFE5: A0 00          LDY #&gt;RNDSEED</a:t>
            </a:r>
          </a:p>
          <a:p>
            <a:r>
              <a:rPr sz="1100" b="0">
                <a:solidFill>
                  <a:srgbClr val="5FCB7E"/>
                </a:solidFill>
                <a:latin typeface="Courier New"/>
              </a:rPr>
              <a:t>EFE7: 4C 2B EB       JMP STORE_FAC   ; round, save seed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Bytes match the AppleWin Apple2_Plus.rom image; identical in the IIe and enhanced IIe images. Labels after S-C DocuMentor.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A2 · Backup: the constants as actually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DA39B"/>
                </a:solidFill>
                <a:latin typeface="Arial"/>
              </a:rPr>
              <a:t>Each constant is 4 bytes in ROM, but the float loader always reads 5.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696"/>
                <a:gridCol w="2659888"/>
                <a:gridCol w="5319776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Bytes read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Multiplier ($EFA6)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98 35 44 7A + 68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11,879,546.40625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Addend ($EFAA)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68 28 B1 46 + 20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3.92767778 × 10⁻⁸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Seed table ($F123)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80 4F C7 52 58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≈ 0.811635157 (last byte never copied)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RND(−1) seed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2.99196472E-08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Truncated constants are in Microsoft's own source (octal, RADIX 8). The stray 5th bytes are the next constant and the JSR opcode of RND.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A3 · Backup: every cold start, all 256 $CD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5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462"/>
                <a:gridCol w="1956199"/>
                <a:gridCol w="1344887"/>
                <a:gridCol w="5501811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Loop length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$CD values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Where it's been seen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37,758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110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43.0%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Sander-Cederlof, AAL 1984; $CD=$FF, $00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32,366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78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30.5%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RND(-2), RND(-54321)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202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59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23.0%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Kaner &amp; Vokey 1984; $CD=$58, $7A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4,082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5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2.0%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Arial"/>
                        </a:rPr>
                        <a:t>RND(-25284)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12,559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1.6%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E9E7E3"/>
                          </a:solidFill>
                          <a:latin typeface="Courier New"/>
                        </a:rPr>
                        <a:t>$CD=$5F, $6D, $A8, $A9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Emulated with py65 on the real ROM routine. Harness sets FAC and seed only; no hardware run. Raw rows: 04_Research_and_Evidence/tools/cd_sweep_results.jsonl.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A4 · Backup: open items before the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59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3502"/>
                <a:gridCol w="3591905"/>
                <a:gridCol w="1795952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9E7E3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3A3E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What $CD holds at power-on on the demo machine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Decides the number on screen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untested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Patch length ≤ 53 bytes; HPLOT TO / DRAW work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HFIND budget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untested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Positive RND in a tight loop, no keypress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Could repeat values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untested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RND(−1) + five RND(1), with and without GET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Documented contract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untested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DOS 3.3 INT/FP, ProDOS, Ctrl-RESET on IIe/IIc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Language-card conflicts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untested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//c and IIgs Applesoft bytes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“All Apple II” claims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9E7E3"/>
                          </a:solidFill>
                          <a:latin typeface="Arial"/>
                        </a:rPr>
                        <a:t>not checked</a:t>
                      </a:r>
                    </a:p>
                  </a:txBody>
                  <a:tcPr>
                    <a:solidFill>
                      <a:srgbClr val="20222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Hide or delete this slide before presenting.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E9E7E3"/>
                </a:solidFill>
                <a:latin typeface="Arial"/>
              </a:rPr>
              <a:t>A5 ·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solidFill>
            <a:srgbClr val="202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27080" y="38404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FCB7E"/>
                </a:solidFill>
                <a:latin typeface="Courier New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Kaner &amp; Vokey, “A Better Random Number Generator for Apple's Floating Point BASIC,” MICRO, June 1984 (ms. 1982)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“RND is Fatally Flawed,” Call-A.P.P.L.E., Jan 1983, pp. 29–34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B. Sander-Cederlof, “Random Numbers for Applesoft,” Apple Assembly Line, May 1984; S-C DocuMentor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J. W. Aldridge, Behavior Research Methods, Instruments, &amp; Computers 19(4):397–399, 1987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J. M. Gleason, Collegiate Microcomputer 6(2):108–112, 1988 (ERIC EJ372427)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Microsoft, BASIC-M6502 source, github.com/microsoft/BASIC-M6502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A. McFadden, 6502disassembly.com (Applesoft, Integer BASIC, monitor ROMs)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FCB7E"/>
                </a:solidFill>
                <a:latin typeface="Arial"/>
              </a:rPr>
              <a:t>▸  </a:t>
            </a:r>
            <a:r>
              <a:rPr sz="2000">
                <a:solidFill>
                  <a:srgbClr val="E9E7E3"/>
                </a:solidFill>
                <a:latin typeface="Arial"/>
              </a:rPr>
              <a:t>M. Steil, pagetable.com; D. Empson, GS WorldView, Nov 1999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DA39B"/>
                </a:solidFill>
                <a:latin typeface="Arial"/>
              </a:rPr>
              <a:t>Full annotated bibliography: 03_Collateral/SOURCES.md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Applesoft's Loaded Dice - expanded edition</dc:title>
  <dc:subject/>
  <dc:creator>Draft for Jeff Robison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